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PARDUZI SECURSIGN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Presentation de l'application Parduzi SecureSign</a:t>
            </a:r>
          </a:p>
          <a:p>
            <a:r>
              <a:t>Erion Parduzi - Aix Ynov Campus</a:t>
            </a:r>
          </a:p>
          <a:p>
            <a:r>
              <a:t>27/02/2026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Contexte et objectifs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Problematique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Digitaliser le quitus de fin de chantier</a:t>
            </a:r>
          </a:p>
          <a:p>
            <a:pPr>
              <a:defRPr sz="1800"/>
            </a:pPr>
            <a:r>
              <a:t>Fiabiliser les preuves (signature + GPS)</a:t>
            </a:r>
          </a:p>
          <a:p>
            <a:pPr>
              <a:defRPr sz="1800"/>
            </a:pPr>
            <a:r>
              <a:t>Centraliser l'envoi et l'archivage</a:t>
            </a:r>
          </a:p>
          <a:p>
            <a:pPr>
              <a:defRPr sz="1800"/>
            </a:pPr>
            <a:r>
              <a:t>Respecter le referentiel CDA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App mobile Android pour les techniciens</a:t>
            </a:r>
          </a:p>
          <a:p>
            <a:pPr>
              <a:defRPr sz="1800"/>
            </a:pPr>
            <a:r>
              <a:t>Generation automatique de documents</a:t>
            </a:r>
          </a:p>
          <a:p>
            <a:pPr>
              <a:defRPr sz="1800"/>
            </a:pPr>
            <a:r>
              <a:t>Envoi email et traçabilite</a:t>
            </a:r>
          </a:p>
          <a:p>
            <a:pPr>
              <a:defRPr sz="1800"/>
            </a:pPr>
            <a:r>
              <a:t>Securite et authentification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Analyse de l'existant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Application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Formulaire HTML + signatures</a:t>
            </a:r>
          </a:p>
          <a:p>
            <a:pPr>
              <a:defRPr sz="1800"/>
            </a:pPr>
            <a:r>
              <a:t>Generation Excel</a:t>
            </a:r>
          </a:p>
          <a:p>
            <a:pPr>
              <a:defRPr sz="1800"/>
            </a:pPr>
            <a:r>
              <a:t>Envoi par email</a:t>
            </a:r>
          </a:p>
          <a:p>
            <a:pPr>
              <a:defRPr sz="1800"/>
            </a:pPr>
            <a:r>
              <a:t>Limites : pas mobile natif, UX terrain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Composants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App Android (Kotlin + Compose)</a:t>
            </a:r>
          </a:p>
          <a:p>
            <a:pPr>
              <a:defRPr sz="1800"/>
            </a:pPr>
            <a:r>
              <a:t>API Node.js (Express)</a:t>
            </a:r>
          </a:p>
          <a:p>
            <a:pPr>
              <a:defRPr sz="1800"/>
            </a:pPr>
            <a:r>
              <a:t>Base PostgreSQL</a:t>
            </a:r>
          </a:p>
          <a:p>
            <a:pPr>
              <a:defRPr sz="1800"/>
            </a:pPr>
            <a:r>
              <a:t>Services : mail, stockage fichiers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Saisie + signatures</a:t>
            </a:r>
          </a:p>
          <a:p>
            <a:pPr>
              <a:defRPr sz="1800"/>
            </a:pPr>
            <a:r>
              <a:t>Appel API /api/generate</a:t>
            </a:r>
          </a:p>
          <a:p>
            <a:pPr>
              <a:defRPr sz="1800"/>
            </a:pPr>
            <a:r>
              <a:t>Generation Excel + email</a:t>
            </a:r>
          </a:p>
          <a:p>
            <a:pPr>
              <a:defRPr sz="1800"/>
            </a:pPr>
            <a:r>
              <a:t>Insertion BDD + hash de preuve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Conception applicative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Formulaire guide par sections</a:t>
            </a:r>
          </a:p>
          <a:p>
            <a:pPr>
              <a:defRPr sz="1800"/>
            </a:pPr>
            <a:r>
              <a:t>Dropdown bailleurs</a:t>
            </a:r>
          </a:p>
          <a:p>
            <a:pPr>
              <a:defRPr sz="1800"/>
            </a:pPr>
            <a:r>
              <a:t>Signature client et technicien</a:t>
            </a:r>
          </a:p>
          <a:p>
            <a:pPr>
              <a:defRPr sz="1800"/>
            </a:pPr>
            <a:r>
              <a:t>Messages de statut et validations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Technique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Retrofit + OkHttp</a:t>
            </a:r>
          </a:p>
          <a:p>
            <a:pPr>
              <a:defRPr sz="1800"/>
            </a:pPr>
            <a:r>
              <a:t>Compose Material 3</a:t>
            </a:r>
          </a:p>
          <a:p>
            <a:pPr>
              <a:defRPr sz="1800"/>
            </a:pPr>
            <a:r>
              <a:t>GPS via Play Services</a:t>
            </a:r>
          </a:p>
          <a:p>
            <a:pPr>
              <a:defRPr sz="1800"/>
            </a:pPr>
            <a:r>
              <a:t>Stockage local securise du token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Authentification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Inscription + verification email</a:t>
            </a:r>
          </a:p>
          <a:p>
            <a:pPr>
              <a:defRPr sz="1800"/>
            </a:pPr>
            <a:r>
              <a:t>Mot de passe fort</a:t>
            </a:r>
          </a:p>
          <a:p>
            <a:pPr>
              <a:defRPr sz="1800"/>
            </a:pPr>
            <a:r>
              <a:t>Hash bcrypt</a:t>
            </a:r>
          </a:p>
          <a:p>
            <a:pPr>
              <a:defRPr sz="1800"/>
            </a:pPr>
            <a:r>
              <a:t>JWT et stockage chiffre</a:t>
            </a:r>
          </a:p>
          <a:p>
            <a:pPr>
              <a:defRPr sz="1800"/>
            </a:pPr>
            <a:r>
              <a:t>Deep link reset mot de passe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Robustesse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Requetes SQL parametrees</a:t>
            </a:r>
          </a:p>
          <a:p>
            <a:pPr>
              <a:defRPr sz="1800"/>
            </a:pPr>
            <a:r>
              <a:t>Hash de securite dans Excel</a:t>
            </a:r>
          </a:p>
          <a:p>
            <a:pPr>
              <a:defRPr sz="1800"/>
            </a:pPr>
            <a:r>
              <a:t>Logs server et gestion erreurs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et BDD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/api/generate, /api/auth/register, /api/auth/login</a:t>
            </a:r>
          </a:p>
          <a:p>
            <a:pPr>
              <a:defRPr sz="1800"/>
            </a:pPr>
            <a:r>
              <a:t>/api/auth/forgot, /api/auth/reset, /api/auth/verify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Schema BDD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Table users (auth)</a:t>
            </a:r>
          </a:p>
          <a:p>
            <a:pPr>
              <a:defRPr sz="1800"/>
            </a:pPr>
            <a:r>
              <a:t>Table interventions (metadonnees quitus)</a:t>
            </a:r>
          </a:p>
          <a:p>
            <a:pPr>
              <a:defRPr sz="1800"/>
            </a:pPr>
            <a:r>
              <a:t>Hash et trace GPS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Demonstration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Capture 1</a:t>
            </a:r>
          </a:p>
        </p:txBody>
      </p:sp>
      <p:pic>
        <p:nvPicPr>
          <p:cNvPr id="4" name="Picture 3" descr="Capture d'écran 2026-02-24 153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136262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Capture 2</a:t>
            </a:r>
          </a:p>
        </p:txBody>
      </p:sp>
      <p:pic>
        <p:nvPicPr>
          <p:cNvPr id="4" name="Picture 3" descr="Capture d'écran 2026-02-24 153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117139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Capture 3</a:t>
            </a:r>
          </a:p>
        </p:txBody>
      </p:sp>
      <p:pic>
        <p:nvPicPr>
          <p:cNvPr id="4" name="Picture 3" descr="Capture d'écran 2026-02-24 153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7401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Capture 4</a:t>
            </a:r>
          </a:p>
        </p:txBody>
      </p:sp>
      <p:pic>
        <p:nvPicPr>
          <p:cNvPr id="4" name="Picture 3" descr="Capture d'écran 2026-02-24 1534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97953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Extraits techniques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Android - Envoi quitus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val payload = QuitusData(...) </a:t>
            </a:r>
          </a:p>
          <a:p>
            <a:pPr>
              <a:defRPr sz="1400">
                <a:latin typeface="Consolas"/>
              </a:defRPr>
            </a:pPr>
            <a:r>
              <a:t>val response = RetrofitClient.apiService.generateQuitus(payload)</a:t>
            </a:r>
          </a:p>
          <a:p>
            <a:pPr>
              <a:defRPr sz="1400">
                <a:latin typeface="Consolas"/>
              </a:defRPr>
            </a:pPr>
            <a:r>
              <a:t>if (response.success) { ...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Node.js -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const passwordHash = await bcrypt.hash(password, 12)</a:t>
            </a:r>
          </a:p>
          <a:p>
            <a:pPr>
              <a:defRPr sz="1400">
                <a:latin typeface="Consolas"/>
              </a:defRPr>
            </a:pPr>
            <a:r>
              <a:t>await transporter.sendMail({ ... })</a:t>
            </a:r>
          </a:p>
          <a:p>
            <a:pPr>
              <a:defRPr sz="1400">
                <a:latin typeface="Consolas"/>
              </a:defRPr>
            </a:pPr>
            <a:r>
              <a:t>return res.json({ success: true 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D4A"/>
                </a:solidFill>
              </a:defRPr>
            </a:pPr>
            <a:r>
              <a:t>Node.js - BDD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await pool.query('INSERT INTO interventions ...', values)</a:t>
            </a:r>
          </a:p>
          <a:p>
            <a:pPr>
              <a:defRPr sz="1400">
                <a:latin typeface="Consolas"/>
              </a:defRPr>
            </a:pPr>
            <a:r>
              <a:t>const securityHash = crypto.createHash('sha256').update(raw).digest('hex')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Tests et validation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Build Android OK</a:t>
            </a:r>
          </a:p>
          <a:p>
            <a:pPr>
              <a:defRPr sz="1800"/>
            </a:pPr>
            <a:r>
              <a:t>Appels API tests</a:t>
            </a:r>
          </a:p>
          <a:p>
            <a:pPr>
              <a:defRPr sz="1800"/>
            </a:pPr>
            <a:r>
              <a:t>Verification email</a:t>
            </a:r>
          </a:p>
          <a:p>
            <a:pPr>
              <a:defRPr sz="1800"/>
            </a:pPr>
            <a:r>
              <a:t>Reset mot de passe</a:t>
            </a:r>
          </a:p>
          <a:p>
            <a:pPr>
              <a:defRPr sz="1800"/>
            </a:pPr>
            <a:r>
              <a:t>Generation Excel + email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Bilan et axes d'amelioration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Application fonctionnelle terrain</a:t>
            </a:r>
          </a:p>
          <a:p>
            <a:pPr>
              <a:defRPr sz="1800"/>
            </a:pPr>
            <a:r>
              <a:t>Traçabilite et securite renforces</a:t>
            </a:r>
          </a:p>
          <a:p>
            <a:pPr>
              <a:defRPr sz="1800"/>
            </a:pPr>
            <a:r>
              <a:t>Process documentaire automatise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D4A"/>
                </a:solidFill>
              </a:defRPr>
            </a:pPr>
            <a:r>
              <a:t>Axes d'amelioration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Migration iOS (KMP ou SwiftUI)</a:t>
            </a:r>
          </a:p>
          <a:p>
            <a:pPr>
              <a:defRPr sz="1800"/>
            </a:pPr>
            <a:r>
              <a:t>Hebergement sur NAS securise</a:t>
            </a:r>
          </a:p>
          <a:p>
            <a:pPr>
              <a:defRPr sz="1800"/>
            </a:pPr>
            <a:r>
              <a:t>Back-office web (validation, export, audit)</a:t>
            </a:r>
          </a:p>
          <a:p>
            <a:pPr>
              <a:defRPr sz="1800"/>
            </a:pPr>
            <a:r>
              <a:t>Archivage et chiffrement long terme</a:t>
            </a:r>
          </a:p>
          <a:p>
            <a:pPr>
              <a:defRPr sz="1800"/>
            </a:pPr>
            <a:r>
              <a:t>Statistiques et KPIs</a:t>
            </a:r>
          </a:p>
          <a:p>
            <a:pPr>
              <a:defRPr sz="1800"/>
            </a:pPr>
            <a:r>
              <a:t>Mode hors-ligne + synchronisation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